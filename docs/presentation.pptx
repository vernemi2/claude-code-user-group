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Developer Who Wasn't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86C00"/>
                </a:solidFill>
                <a:latin typeface="Calibri"/>
              </a:defRPr>
            </a:pPr>
            <a:r>
              <a:t>Autonomous Salesforce Development with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657600"/>
            <a:ext cx="3657600" cy="36576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CC"/>
                </a:solidFill>
                <a:latin typeface="Calibri"/>
              </a:defRPr>
            </a:pPr>
            <a:r>
              <a:t>Michal Verner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What if you could describe a feature...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6C00"/>
                </a:solidFill>
                <a:latin typeface="Calibri"/>
              </a:defRPr>
            </a:pPr>
            <a:r>
              <a:t>...and have it built, tested, deployed, and 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without writing a single line of code?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You Decide: Pick a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The AI agent will build your choice live — from user story to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566160" cy="411480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A1E0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Invoice Aging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As an account manager, I want to see an aging breakdown of unpaid invoices (Current, 1-30, 31-60, 61-90, 90+ days overdue) on the Account page, so I can prioritize collections and assess credit risk at a glance.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566160" cy="411480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CC71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Status Progress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As an account manager, I want to see a visual progress tracker on the Invoice page showing Draft → Sent → Paid with the current step highlighted, so I can instantly understand where each invoice is in its lifecycle.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566160" cy="411480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59B6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Quick Mark as Paid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As an account manager, I want a "Mark as Paid" button on the Invoice page that opens a confirm modal and sets Status to Paid plus today's Paid Date, so I can close out paid invoices in one click.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ECC71"/>
                </a:solidFill>
                <a:latin typeface="Consolas"/>
              </a:defRPr>
            </a:pPr>
            <a:r>
              <a:t>/story-to-feature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99"/>
                </a:solidFill>
                <a:latin typeface="Calibri"/>
              </a:defRPr>
            </a:pPr>
            <a:r>
              <a:t>One command. Zero intervention. Let's 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While our developer works...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86C00"/>
                </a:solidFill>
                <a:latin typeface="Calibri"/>
              </a:defRPr>
            </a:pPr>
            <a:r>
              <a:t>Let me show you how we got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The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What makes autonomous development possible?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5394960" cy="4389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1E0"/>
                </a:solidFill>
                <a:latin typeface="Calibri"/>
              </a:defRPr>
            </a:pPr>
            <a:r>
              <a:t>Project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Salesforce DX project (API v66.0)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Developer Edition org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Pre-commit hooks (Husky + lint-staged)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ESLint + Prettier enforced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Jest for LWC 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394960" cy="4389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Third-Party Libraries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SOQL Lib — fluent query builder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DML Lib — unit of work pattern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TriggerHandler — one trigger per object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UniversalMocker — Apex Stub API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InstanceProvider — dependency injection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Why Libraries Matter for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474720" cy="47548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1E0"/>
                </a:solidFill>
                <a:latin typeface="Calibri"/>
              </a:defRPr>
            </a:pPr>
            <a:r>
              <a:t>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00A1E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Every query uses the same fluent API pattern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00A1E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AI learns ONE pattern, applies it everywhere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00A1E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No variation = fewer bugs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474720" cy="47548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Mockability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Every dependency can be mocked at the boundary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Zero database hits in tests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AI can write tests without org state dependencies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474720" cy="47548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Guard 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Hard rules the AI can follow: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"Never write raw SOQL"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"Never use raw DML"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Libraries enforce patterns that prevent bad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CLAUDE.md — The Instruction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Every convention, pattern, and rule — in one file the agent always reads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1E0"/>
                </a:solidFill>
                <a:latin typeface="Calibri"/>
              </a:defRPr>
            </a:pPr>
            <a:r>
              <a:t>SF CLI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Deploy, test, open org —</a:t>
            </a:r>
            <a:br/>
            <a:r>
              <a:t>ready-made commands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Trigger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TriggerHandler base class,</a:t>
            </a:r>
            <a:br/>
            <a:r>
              <a:t>one trigger per object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8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8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alibri"/>
              </a:defRPr>
            </a:pPr>
            <a:r>
              <a:t>Service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8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Instance-based, resolved</a:t>
            </a:r>
            <a:br/>
            <a:r>
              <a:t>via InstanceProvider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Calibri"/>
              </a:defRPr>
            </a:pPr>
            <a:r>
              <a:t>SOQL / DML Libs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Fluent API for all queries</a:t>
            </a:r>
            <a:br/>
            <a:r>
              <a:t>and DML operations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39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Test Conventions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4937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Mock everything, 95%</a:t>
            </a:r>
            <a:br/>
            <a:r>
              <a:t>coverage, no DB hits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8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8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Calibri"/>
              </a:defRPr>
            </a:pPr>
            <a:r>
              <a:t>Hard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8" y="4937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No SOQL in loops, bulk-safe,</a:t>
            </a:r>
            <a:br/>
            <a:r>
              <a:t>no hardcoded IDs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CLAUDE.md — Teaching by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49377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Selector Pattern (from CLAUDE.md)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CC71"/>
                </a:solidFill>
                <a:latin typeface="Consolas"/>
              </a:defRPr>
            </a:pPr>
            <a:r>
              <a:t>public inherited sharing class SOQL_Account</a:t>
            </a:r>
            <a:br/>
            <a:r>
              <a:t>    extends SOQL implements SOQL.Selector {</a:t>
            </a:r>
            <a:br/>
            <a:br/>
            <a:r>
              <a:t>  public static SOQL_Account query() {</a:t>
            </a:r>
            <a:br/>
            <a:r>
              <a:t>    return new SOQL_Account();</a:t>
            </a:r>
            <a:br/>
            <a:r>
              <a:t>  }</a:t>
            </a:r>
            <a:br/>
            <a:br/>
            <a:r>
              <a:t>  private SOQL_Account() {</a:t>
            </a:r>
            <a:br/>
            <a:r>
              <a:t>    super(Account.SObjectType);</a:t>
            </a:r>
            <a:br/>
            <a:r>
              <a:t>    with(Account.Id, Account.Name);</a:t>
            </a:r>
            <a:br/>
            <a:r>
              <a:t>  }</a:t>
            </a:r>
            <a:br/>
            <a:br/>
            <a:r>
              <a:t>  public SOQL_Account byIndustry(String v) {</a:t>
            </a:r>
            <a:br/>
            <a:r>
              <a:t>    whereAre(</a:t>
            </a:r>
            <a:br/>
            <a:r>
              <a:t>      Filter.with(Account.Industry).equal(v));</a:t>
            </a:r>
            <a:br/>
            <a:r>
              <a:t>    return this;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39496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What the Agent Learns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Extend SOQL, implement SOQL.Selector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Static query() factory method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Default fields in constructor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Chainable filter methods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Return this for fluency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One example = every selector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the agent writes follows this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The Autonomous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/story-to-feature — six phases, zero intervention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828800"/>
            <a:ext cx="548640" cy="5486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Grill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Stress-test the story</a:t>
            </a:r>
            <a:br/>
            <a:r>
              <a:t>for gaps &amp; edge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39" y="164592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39" y="1828800"/>
            <a:ext cx="548640" cy="548640"/>
          </a:xfrm>
          <a:prstGeom prst="ellipse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39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Architect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39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Design data model</a:t>
            </a:r>
            <a:br/>
            <a:r>
              <a:t>and plan all artifacts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8" y="164592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83878" y="182880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78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Implement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78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Write Apex, LWC,</a:t>
            </a:r>
            <a:br/>
            <a:r>
              <a:t>metadata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0624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389120"/>
            <a:ext cx="548640" cy="54864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Deploy, run, self-heal</a:t>
            </a:r>
            <a:br/>
            <a:r>
              <a:t>(max 3 iterations)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39" y="420624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34839" y="4389120"/>
            <a:ext cx="548640" cy="5486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39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39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Browser automation</a:t>
            </a:r>
            <a:br/>
            <a:r>
              <a:t>via Playwright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8" y="420624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83878" y="4389120"/>
            <a:ext cx="548640" cy="5486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78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78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Review, commit,</a:t>
            </a:r>
            <a:br/>
            <a:r>
              <a:t>push, open PR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Skills — Reusable Agent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Each skill is a prompt template that Claude Code can invoke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11247120" cy="100584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86C00"/>
                </a:solidFill>
                <a:latin typeface="Consolas"/>
              </a:defRPr>
            </a:pPr>
            <a:r>
              <a:t>/story-to-feature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Orchestrates all skills below in sequence — one command, full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Consolas"/>
              </a:defRPr>
            </a:pPr>
            <a:r>
              <a:t>/grill-me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Self-grills the story</a:t>
            </a:r>
            <a:br/>
            <a:r>
              <a:t>for gaps &amp; edge cases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39" y="30175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1E0"/>
                </a:solidFill>
                <a:latin typeface="Consolas"/>
              </a:defRPr>
            </a:pPr>
            <a:r>
              <a:t>/architect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7490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Designs the solution —</a:t>
            </a:r>
            <a:br/>
            <a:r>
              <a:t>data model, layers,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8" y="30175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onsolas"/>
              </a:defRPr>
            </a:pPr>
            <a:r>
              <a:t>/implement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37490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Writes all code following</a:t>
            </a:r>
            <a:br/>
            <a:r>
              <a:t>CLAUDE.md conventions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463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onsolas"/>
              </a:defRPr>
            </a:pPr>
            <a:r>
              <a:t>/test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5778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Writes + runs tests,</a:t>
            </a:r>
            <a:br/>
            <a:r>
              <a:t>self-heals on failure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39" y="48463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59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Consolas"/>
              </a:defRPr>
            </a:pPr>
            <a:r>
              <a:t>/validate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55778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Browser testing via</a:t>
            </a:r>
            <a:br/>
            <a:r>
              <a:t>Playwright automation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8" y="48463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8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onsolas"/>
              </a:defRPr>
            </a:pPr>
            <a:r>
              <a:t>/review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8" y="55778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Code review against</a:t>
            </a:r>
            <a:br/>
            <a:r>
              <a:t>best practices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Self-Healing — The Secret Sauce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alibri"/>
              </a:defRPr>
            </a:pPr>
            <a:r>
              <a:t>Deploy → Test → Fail → Fix → Repeat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✖  Deploy fails: "Method does not exist: mockId"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✔  Agent reads error, finds correct API: .identifier()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/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✖  Apex test fails: AuraHandledException message quirk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✔  Agent adjusts assertion to match SF behavior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/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✖  Jest fails: lwc:else not rendering in test env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✔  Agent refactors to explicit lwc:if with computed getters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39496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From Today's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Deploy attempts: 2 (1 failed, 1 passed)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Apex test runs: 2 (1 failure fixed)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Jest test runs: 2 (3 failures fixed)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Total self-heal cycles: 3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/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Final result: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All Apex tests passing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All 12 Jest tests passing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Browser validation successful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31 files, 1,784 lines of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Browser Validation via Playwright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1E0"/>
                </a:solidFill>
                <a:latin typeface="Calibri"/>
              </a:defRPr>
            </a:pPr>
            <a:r>
              <a:t>1. 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7373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Gets org URL with session token via SF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2. Create Test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68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Creates an Invoice record (Status: Sent, Amount: $1,000)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3. Record Payment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Fills form: $600, Credit Card, TXN-12345 → clicks Record Payment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59B6"/>
                </a:solidFill>
                <a:latin typeface="Calibri"/>
              </a:defRPr>
            </a:pPr>
            <a:r>
              <a:t>4. Verify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Confirms remaining balance updated to $400, payment in history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5. Complete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663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Records $400 more → verifies "fully paid" banner + Status: Paid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CD4"/>
                </a:solidFill>
                <a:latin typeface="Calibri"/>
              </a:defRPr>
            </a:pPr>
            <a:r>
              <a:t>6. Screenshot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3949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Captures screenshots at each step as proof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Let's Check on Our Developer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ECC71"/>
                </a:solidFill>
                <a:latin typeface="Calibri"/>
              </a:defRPr>
            </a:pPr>
            <a:r>
              <a:t>👉  Switch to terminal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Key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1E0"/>
                </a:solidFill>
                <a:latin typeface="Calibri"/>
              </a:defRPr>
            </a:pPr>
            <a:r>
              <a:t>Conventions &gt; Instructions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A well-structured CLAUDE.md with examples teaches better than verbose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Libraries Are Force Multipliers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Consistent APIs mean the agent learns one pattern and applies it everywhere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alibri"/>
              </a:defRPr>
            </a:pPr>
            <a:r>
              <a:t>Mocking Is Non-Negotiable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Full mockability enables autonomous testing without org dependencies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8056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Calibri"/>
              </a:defRPr>
            </a:pPr>
            <a:r>
              <a:t>Self-Healing Makes It Practical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Expect failures — the agent's ability to read errors and fix is the real power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Skills Compose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Small, focused skills chain into powerful pipelines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3200400"/>
            <a:ext cx="3657600" cy="36576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6C00"/>
                </a:solidFill>
                <a:latin typeface="Consolas"/>
              </a:defRPr>
            </a:pPr>
            <a:r>
              <a:t>github.com/vernemi2/claude-code-user-group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Michal Verner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