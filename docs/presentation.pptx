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Developer Who Wasn't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6C00"/>
                </a:solidFill>
                <a:latin typeface="Calibri"/>
              </a:defRPr>
            </a:pPr>
            <a:r>
              <a:t>Autonomous Salesforce Development with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57600"/>
            <a:ext cx="3657600" cy="3657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Michal Verner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What if you could describe a feature...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6C00"/>
                </a:solidFill>
                <a:latin typeface="Calibri"/>
              </a:defRPr>
            </a:pPr>
            <a:r>
              <a:t>...and have it built, tested, deployed, and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without writing a single line of code?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You Decide: Pick a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The AI agent will build your choice live — from user story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566160" cy="411480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A1E0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Invoice Payment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Payment__c object (child of Invoice)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Auto-update status to Paid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Revert on payment delete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Validation rules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LWC payment form +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411480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Invoice Line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InvoiceLineItem__c object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Product, Quantity, Unit Price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Roll-up to Invoice Amount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Inline editing LWC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Auto-recalculation 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66160" cy="411480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59B6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Account Invoice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9B59B6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LWC on Account page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9B59B6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Invoice counts by status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9B59B6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Total outstanding amount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9B59B6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Recent invoices table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9B59B6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Visual status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ECC71"/>
                </a:solidFill>
                <a:latin typeface="Consolas"/>
              </a:defRPr>
            </a:pPr>
            <a:r>
              <a:t>/story-to-feature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Calibri"/>
              </a:defRPr>
            </a:pPr>
            <a:r>
              <a:t>One command. Zero intervention. Let's 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While our developer works...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6C00"/>
                </a:solidFill>
                <a:latin typeface="Calibri"/>
              </a:defRPr>
            </a:pPr>
            <a:r>
              <a:t>Let me show you how we got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   What makes autonomous development possible?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394960" cy="4389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1E0"/>
                </a:solidFill>
                <a:latin typeface="Calibri"/>
              </a:defRPr>
            </a:pPr>
            <a:r>
              <a:t>Project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00A1E0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Salesforce DX project (API v66.0)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00A1E0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Developer Edition org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00A1E0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Pre-commit hooks (Husky + lint-staged)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00A1E0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ESLint + Prettier enforced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00A1E0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Jest for LWC unit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94960" cy="4389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Third-Party 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SOQL Lib — fluent query builder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DML Lib — unit of work pattern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TriggerHandler — one trigger per object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UniversalMocker — Apex Stub API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  <a:latin typeface="Calibri"/>
              </a:rPr>
              <a:t>▸ </a:t>
            </a:r>
            <a:r>
              <a:rPr sz="1800">
                <a:solidFill>
                  <a:srgbClr val="CCCCCC"/>
                </a:solidFill>
                <a:latin typeface="Calibri"/>
              </a:rPr>
              <a:t>InstanceProvider — dependency injection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Why Libraries Matter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47548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1E0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Every query uses the same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fluent API pattern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AI learns ONE pattern,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applies it everywhere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00A1E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No variation = fewer bugs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47548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Mockability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Every dependency can be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mocked at the boundary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Zero database hits in tests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AI can write tests without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org state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74720" cy="47548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Guard 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E86C0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Hard rules the AI can follow: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E86C0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"Never write raw SOQL"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E86C0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"Never use raw DML"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E86C0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E86C0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Libraries enforce patterns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>
                <a:solidFill>
                  <a:srgbClr val="E86C00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that prevent bad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CLAUDE.md — The Instruction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   Every convention, pattern, and rule — in one file the agent always reads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1E0"/>
                </a:solidFill>
                <a:latin typeface="Calibri"/>
              </a:defRPr>
            </a:pPr>
            <a:r>
              <a:t>SF CLI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Deploy, test, open org —</a:t>
            </a:r>
            <a:br/>
            <a:r>
              <a:t>ready-made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9" y="182880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Trigger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TriggerHandler base class,</a:t>
            </a:r>
            <a:br/>
            <a:r>
              <a:t>one trigger per object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8" y="182880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8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Service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Instance-based, resolved</a:t>
            </a:r>
            <a:br/>
            <a:r>
              <a:t>via InstanceProvider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59B6"/>
                </a:solidFill>
                <a:latin typeface="Calibri"/>
              </a:defRPr>
            </a:pPr>
            <a:r>
              <a:t>SOQL / DML Libs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Fluent API for all queries</a:t>
            </a:r>
            <a:br/>
            <a:r>
              <a:t>and DML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420624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Test Conventions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Mock everything, 95%</a:t>
            </a:r>
            <a:br/>
            <a:r>
              <a:t>coverage, no DB hits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8" y="420624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8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CD4"/>
                </a:solidFill>
                <a:latin typeface="Calibri"/>
              </a:defRPr>
            </a:pPr>
            <a:r>
              <a:t>Hard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8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No SOQL in loops, bulk-safe,</a:t>
            </a:r>
            <a:br/>
            <a:r>
              <a:t>no hardcoded IDs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CLAUDE.md — Teaching by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4937760"/>
          </a:xfrm>
          <a:prstGeom prst="roundRect">
            <a:avLst/>
          </a:prstGeom>
          <a:solidFill>
            <a:srgbClr val="1E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Selector Pattern (from CLAUDE.md)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ECC71"/>
                </a:solidFill>
                <a:latin typeface="Consolas"/>
              </a:defRPr>
            </a:pPr>
            <a:r>
              <a:t>public inherited sharing class SOQL_Account</a:t>
            </a:r>
            <a:br/>
            <a:r>
              <a:t>    extends SOQL implements SOQL.Selector {</a:t>
            </a:r>
            <a:br/>
            <a:br/>
            <a:r>
              <a:t>  public static SOQL_Account query() {</a:t>
            </a:r>
            <a:br/>
            <a:r>
              <a:t>    return new SOQL_Account();</a:t>
            </a:r>
            <a:br/>
            <a:r>
              <a:t>  }</a:t>
            </a:r>
            <a:br/>
            <a:br/>
            <a:r>
              <a:t>  private SOQL_Account() {</a:t>
            </a:r>
            <a:br/>
            <a:r>
              <a:t>    super(Account.SObjectType);</a:t>
            </a:r>
            <a:br/>
            <a:r>
              <a:t>    with(Account.Id, Account.Name)</a:t>
            </a:r>
            <a:br/>
            <a:r>
              <a:t>      .systemMode().withoutSharing();</a:t>
            </a:r>
            <a:br/>
            <a:r>
              <a:t>  }</a:t>
            </a:r>
            <a:br/>
            <a:br/>
            <a:r>
              <a:t>  public SOQL_Account byIndustry(String v) {</a:t>
            </a:r>
            <a:br/>
            <a:r>
              <a:t>    whereAre(</a:t>
            </a:r>
            <a:br/>
            <a:r>
              <a:t>      Filter.with(Account.Industry).equal(v));</a:t>
            </a:r>
            <a:br/>
            <a:r>
              <a:t>    return this;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94960" cy="493776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What the Agent Learns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Extend SOQL, implement SOQL.Selector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Static query() factory method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Default fields in constructor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systemMode().withoutSharing()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Chainable filter methods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Return this for fluency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One example = every selector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700">
                <a:solidFill>
                  <a:srgbClr val="E86C00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the agent writes follows this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The Autonomous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   /story-to-feature — five phases, zero intervention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144000" cy="10972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828800"/>
            <a:ext cx="548640" cy="548640"/>
          </a:xfrm>
          <a:prstGeom prst="ellipse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83080"/>
            <a:ext cx="7955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9456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Analyze story, design data model,</a:t>
            </a:r>
            <a:br/>
            <a:r>
              <a:t>plan all artifacts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51760"/>
            <a:ext cx="9144000" cy="10972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283464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88920"/>
            <a:ext cx="7955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Write Apex, LWC, metadata</a:t>
            </a:r>
            <a:br/>
            <a:r>
              <a:t>following CLAUDE.md conventions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657600"/>
            <a:ext cx="9144000" cy="10972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00200" y="3840480"/>
            <a:ext cx="548640" cy="54864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94760"/>
            <a:ext cx="7955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0624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Write tests, deploy, run, self-heal</a:t>
            </a:r>
            <a:br/>
            <a:r>
              <a:t>on failures (max 3 iterations)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663440"/>
            <a:ext cx="9144000" cy="10972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00200" y="484632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800600"/>
            <a:ext cx="7955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21208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Browser automation — navigate UI,</a:t>
            </a:r>
            <a:br/>
            <a:r>
              <a:t>take screenshots, verify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669280"/>
            <a:ext cx="9144000" cy="10972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585216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806440"/>
            <a:ext cx="7955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Review &amp; 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621792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Code review, format, commit,</a:t>
            </a:r>
            <a:br/>
            <a:r>
              <a:t>push, open PR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852160" y="2743200"/>
            <a:ext cx="274320" cy="137160"/>
          </a:xfrm>
          <a:prstGeom prst="down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5852160" y="3749040"/>
            <a:ext cx="274320" cy="137160"/>
          </a:xfrm>
          <a:prstGeom prst="down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852160" y="4754880"/>
            <a:ext cx="274320" cy="137160"/>
          </a:xfrm>
          <a:prstGeom prst="down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5852160" y="5760720"/>
            <a:ext cx="274320" cy="137160"/>
          </a:xfrm>
          <a:prstGeom prst="down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Skills — Reusable Agent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99"/>
                </a:solidFill>
                <a:latin typeface="Calibri"/>
              </a:defRPr>
            </a:pPr>
            <a:r>
              <a:t>   Each skill is a prompt template that Claude Code can invoke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A1E0"/>
                </a:solidFill>
                <a:latin typeface="Consolas"/>
              </a:defRPr>
            </a:pPr>
            <a:r>
              <a:t>/architect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Designs the solution —</a:t>
            </a:r>
            <a:br/>
            <a:r>
              <a:t>data model, layers,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9" y="182880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CC71"/>
                </a:solidFill>
                <a:latin typeface="Consolas"/>
              </a:defRPr>
            </a:pPr>
            <a:r>
              <a:t>/implement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Writes all code following</a:t>
            </a:r>
            <a:br/>
            <a:r>
              <a:t>CLAUDE.md conventions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8" y="182880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8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  <a:latin typeface="Consolas"/>
              </a:defRPr>
            </a:pPr>
            <a:r>
              <a:t>/test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Writes + runs tests,</a:t>
            </a:r>
            <a:br/>
            <a:r>
              <a:t>self-heals on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B59B6"/>
                </a:solidFill>
                <a:latin typeface="Consolas"/>
              </a:defRPr>
            </a:pPr>
            <a:r>
              <a:t>/validate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Browser testing via</a:t>
            </a:r>
            <a:br/>
            <a:r>
              <a:t>Playwright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420624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onsolas"/>
              </a:defRPr>
            </a:pPr>
            <a:r>
              <a:t>/review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Code review against</a:t>
            </a:r>
            <a:br/>
            <a:r>
              <a:t>best practices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8" y="4206240"/>
            <a:ext cx="3474720" cy="210312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8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CD4"/>
                </a:solidFill>
                <a:latin typeface="Consolas"/>
              </a:defRPr>
            </a:pPr>
            <a:r>
              <a:t>/story-to-feature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8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Orchestrates all skills</a:t>
            </a:r>
            <a:br/>
            <a:r>
              <a:t>in sequence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Self-Healing — The Secret Sauce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493776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Deploy → Test → Fail → Fix → Repeat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✖  Deploy fails: "Method does not exist: mockId"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✔  Agent reads error, finds correct API: .identifier()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✖  Apex test fails: AuraHandledException message quirk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✔  Agent adjusts assertion to match SF behavior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✖  Jest fails: lwc:else not rendering in test env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E86C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✔  Agent refactors to explicit lwc:if with computed getters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94960" cy="493776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From Today's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Deploy attempts: 2 (1 failed, 1 passed)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Apex test runs: 2 (1 failure fixed)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Jest test runs: 2 (3 failures fixed)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Total self-heal cycles: 3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Final result: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  All Apex tests passing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  All 12 Jest tests passing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  Browser validation successful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>
                <a:solidFill>
                  <a:srgbClr val="2ECC71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  31 files, 1,784 lines of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Browser Validation via Playwright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93776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1E0"/>
                </a:solidFill>
                <a:latin typeface="Calibri"/>
              </a:defRPr>
            </a:pPr>
            <a:r>
              <a:t>1.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37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Gets org URL with session token via SF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2. Create Test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Creates an Invoice record (Status: Sent, Amount: $1,000)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3. Record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Fills form: $600, Credit Card, TXN-12345 → clicks Record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Calibri"/>
              </a:defRPr>
            </a:pPr>
            <a:r>
              <a:t>4. Verify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Confirms remaining balance updated to $400, payment in history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5. Complete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663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Records $400 more → verifies "fully paid" banner + Status: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D4"/>
                </a:solidFill>
                <a:latin typeface="Calibri"/>
              </a:defRPr>
            </a:pPr>
            <a:r>
              <a:t>6. Screenshot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394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Captures screenshots at each step as proof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Check on Our Developer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ECC71"/>
                </a:solidFill>
                <a:latin typeface="Calibri"/>
              </a:defRPr>
            </a:pPr>
            <a:r>
              <a:t>👉  Switch to terminal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371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  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8686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1E0"/>
                </a:solidFill>
                <a:latin typeface="Calibri"/>
              </a:defRPr>
            </a:pPr>
            <a:r>
              <a:t>Conventions &gt;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 well-structured CLAUDE.md with examples teaches better than verbose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1247120" cy="8686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Libraries Are Force Multipliers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Consistent APIs mean the agent learns one pattern and applies it everywhere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1247120" cy="8686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Mocking Is Non-Negotiable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Full mockability enables autonomous testing without org dependencies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8686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59B6"/>
                </a:solidFill>
                <a:latin typeface="Calibri"/>
              </a:defRPr>
            </a:pPr>
            <a:r>
              <a:t>Self-Healing Makes It Practical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Expect failures — the agent's ability to read errors and fix is the real power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47120" cy="868680"/>
          </a:xfrm>
          <a:prstGeom prst="roundRect">
            <a:avLst/>
          </a:prstGeom>
          <a:solidFill>
            <a:srgbClr val="252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Skills Compose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Small, focused skills chain into powerful pipelines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657600" cy="36576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6C00"/>
                </a:solidFill>
                <a:latin typeface="Consolas"/>
              </a:defRPr>
            </a:pPr>
            <a:r>
              <a:t>github.com/vernemi2/claude-code-user-group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Michal Verner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